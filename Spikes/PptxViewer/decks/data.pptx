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0.9</c:v>
                </c:pt>
                <c:pt idx="2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1.4</c:v>
                </c:pt>
                <c:pt idx="1">
                  <c:v>1.1</c:v>
                </c:pt>
                <c:pt idx="2">
                  <c:v>1.8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Product</c:v>
                </c:pt>
                <c:pt idx="1">
                  <c:v>Services</c:v>
                </c:pt>
                <c:pt idx="2">
                  <c:v>Support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</c:v>
                </c:pt>
                <c:pt idx="1">
                  <c:v>0.3</c:v>
                </c:pt>
                <c:pt idx="2">
                  <c:v>0.15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858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1.8m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bar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pie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200400" y="1463040"/>
          <a:ext cx="5486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