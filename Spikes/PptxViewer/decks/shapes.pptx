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Images</a:t>
            </a:r>
          </a:p>
        </p:txBody>
      </p:sp>
      <p:pic>
        <p:nvPicPr>
          <p:cNvPr id="3" name="Picture 2" descr="_pho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4572000" cy="2857500"/>
          </a:xfrm>
          <a:prstGeom prst="rect">
            <a:avLst/>
          </a:prstGeom>
        </p:spPr>
      </p:pic>
      <p:pic>
        <p:nvPicPr>
          <p:cNvPr id="4" name="Picture 3" descr="_pho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480000">
            <a:off x="6400800" y="1645920"/>
            <a:ext cx="4572000" cy="2857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Groups and connectors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914400" y="1645920"/>
            <a:ext cx="9966960" cy="1463040"/>
            <a:chOff x="914400" y="1645920"/>
            <a:chExt cx="9966960" cy="1463040"/>
          </a:xfrm>
        </p:grpSpPr>
        <p:sp>
          <p:nvSpPr>
            <p:cNvPr id="4" name="Rounded Rectangle 3"/>
            <p:cNvSpPr/>
            <p:nvPr/>
          </p:nvSpPr>
          <p:spPr>
            <a:xfrm>
              <a:off x="914400" y="1828800"/>
              <a:ext cx="2743200" cy="1097280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t>Plan</a:t>
              </a:r>
            </a:p>
          </p:txBody>
        </p:sp>
        <p:grpSp>
          <p:nvGrpSpPr>
            <p:cNvPr id="5" name="Group 4"/>
            <p:cNvGrpSpPr/>
            <p:nvPr/>
          </p:nvGrpSpPr>
          <p:grpSpPr>
            <a:xfrm>
              <a:off x="5029200" y="1645920"/>
              <a:ext cx="5852160" cy="1463040"/>
              <a:chOff x="5029200" y="1645920"/>
              <a:chExt cx="5852160" cy="1463040"/>
            </a:xfrm>
          </p:grpSpPr>
          <p:sp>
            <p:nvSpPr>
              <p:cNvPr id="6" name="Oval 5"/>
              <p:cNvSpPr/>
              <p:nvPr/>
            </p:nvSpPr>
            <p:spPr>
              <a:xfrm>
                <a:off x="5029200" y="1828800"/>
                <a:ext cx="2194560" cy="1097280"/>
              </a:xfrm>
              <a:prstGeom prst="ellipse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t>Build</a:t>
                </a:r>
              </a:p>
            </p:txBody>
          </p:sp>
          <p:sp>
            <p:nvSpPr>
              <p:cNvPr id="7" name="Diamond 6"/>
              <p:cNvSpPr/>
              <p:nvPr/>
            </p:nvSpPr>
            <p:spPr>
              <a:xfrm>
                <a:off x="8686800" y="1645920"/>
                <a:ext cx="2194560" cy="1463040"/>
              </a:xfrm>
              <a:prstGeom prst="diamond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t>Ship?</a:t>
                </a:r>
              </a:p>
            </p:txBody>
          </p:sp>
        </p:grpSp>
      </p:grpSp>
      <p:cxnSp>
        <p:nvCxnSpPr>
          <p:cNvPr id="8" name="Connector 7"/>
          <p:cNvCxnSpPr/>
          <p:nvPr/>
        </p:nvCxnSpPr>
        <p:spPr>
          <a:xfrm>
            <a:off x="3657600" y="2377440"/>
            <a:ext cx="137160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223760" y="2377440"/>
            <a:ext cx="146304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5-Point Star 9"/>
          <p:cNvSpPr/>
          <p:nvPr/>
        </p:nvSpPr>
        <p:spPr>
          <a:xfrm>
            <a:off x="914400" y="4114800"/>
            <a:ext cx="1828800" cy="1828800"/>
          </a:xfrm>
          <a:prstGeom prst="star5">
            <a:avLst/>
          </a:prstGeom>
          <a:solidFill>
            <a:srgbClr val="F0B02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 rot="21000000">
            <a:off x="4572000" y="45720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Rotated text box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