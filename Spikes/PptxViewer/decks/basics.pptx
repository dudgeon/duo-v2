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churn number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Theme fonts, placeholders and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 on the quarter</a:t>
            </a:r>
          </a:p>
          <a:p>
            <a:pPr lvl="1"/>
            <a:r>
              <a:t>New customers: 41</a:t>
            </a:r>
          </a:p>
          <a:p>
            <a:pPr lvl="1"/>
            <a:r>
              <a:t>Churn down to 2.1%</a:t>
            </a:r>
          </a:p>
          <a:p>
            <a:pPr/>
            <a:r>
              <a:t>Hiring paused</a:t>
            </a:r>
          </a:p>
          <a:p>
            <a:pPr lvl="1"/>
            <a:r>
              <a:t>Two roles still 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runs in one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2800"/>
              <a:t>Bold </a:t>
            </a:r>
            <a:r>
              <a:rPr b="0" i="1" sz="2800"/>
              <a:t>italic </a:t>
            </a:r>
            <a:r>
              <a:rPr b="0" i="0" sz="2800">
                <a:solidFill>
                  <a:srgbClr val="C02020"/>
                </a:solidFill>
              </a:rPr>
              <a:t>red </a:t>
            </a:r>
            <a:r>
              <a:rPr b="0" i="0" sz="1400"/>
              <a:t>small</a:t>
            </a:r>
          </a:p>
          <a:p>
            <a:r>
              <a:t>A second paragraph in the theme's body font.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