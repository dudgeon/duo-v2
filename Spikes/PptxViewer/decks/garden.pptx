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Kilos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May</c:v>
                </c:pt>
                <c:pt idx="1">
                  <c:v>June</c:v>
                </c:pt>
                <c:pt idx="2">
                  <c:v>July</c:v>
                </c:pt>
                <c:pt idx="3">
                  <c:v>August</c:v>
                </c:pt>
                <c:pt idx="4">
                  <c:v>September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72</c:v>
                </c:pt>
                <c:pt idx="2">
                  <c:v>118</c:v>
                </c:pt>
                <c:pt idx="3">
                  <c:v>96</c:v>
                </c:pt>
                <c:pt idx="4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order: prepare, plant, then decide on the harvest.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Community garden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season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Beds and crops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1463040"/>
            <a:ext cx="10424160" cy="1737360"/>
            <a:chOff x="731520" y="1463040"/>
            <a:chExt cx="10424160" cy="1737360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737360"/>
              <a:ext cx="2651760" cy="11430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Prepare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4754880" y="1463040"/>
              <a:ext cx="6400800" cy="1737360"/>
              <a:chOff x="4754880" y="1463040"/>
              <a:chExt cx="6400800" cy="173736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754880" y="1737360"/>
                <a:ext cx="2651760" cy="11430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Plant</a:t>
                </a:r>
              </a:p>
            </p:txBody>
          </p:sp>
          <p:sp>
            <p:nvSpPr>
              <p:cNvPr id="7" name="Diamond 6"/>
              <p:cNvSpPr/>
              <p:nvPr/>
            </p:nvSpPr>
            <p:spPr>
              <a:xfrm>
                <a:off x="8778240" y="1463040"/>
                <a:ext cx="2377440" cy="1737360"/>
              </a:xfrm>
              <a:prstGeom prst="diamond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Harvest?</a:t>
                </a:r>
              </a:p>
            </p:txBody>
          </p:sp>
        </p:grpSp>
      </p:grpSp>
      <p:cxnSp>
        <p:nvCxnSpPr>
          <p:cNvPr id="8" name="Connector 7"/>
          <p:cNvCxnSpPr/>
          <p:nvPr/>
        </p:nvCxnSpPr>
        <p:spPr>
          <a:xfrm>
            <a:off x="3383280" y="2304288"/>
            <a:ext cx="13716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2304288"/>
            <a:ext cx="13716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93192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r>
                        <a:t>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Sown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Tomatoes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April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Squash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Harvest by month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Saturday mornings, two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seed by March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